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Java, Hardware &amp; Programming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Does Java talk to hardware directly?  No.</a:t>
            </a:r>
          </a:p>
          <a:p>
            <a:pPr>
              <a:spcAft>
                <a:spcPts val="1400"/>
              </a:spcAft>
              <a:defRPr sz="2200"/>
            </a:pPr>
            <a:r>
              <a:t>Are PC drivers written in Java?  No.</a:t>
            </a:r>
          </a:p>
          <a:p>
            <a:pPr>
              <a:spcAft>
                <a:spcPts val="1400"/>
              </a:spcAft>
              <a:defRPr sz="2200"/>
            </a:pPr>
            <a:r>
              <a:t>This deck explains what each language layer actually does.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Does Java touch hardware? 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Your code compiles to bytecode, not CPU instructions.</a:t>
            </a:r>
          </a:p>
          <a:p>
            <a:pPr>
              <a:spcAft>
                <a:spcPts val="1400"/>
              </a:spcAft>
              <a:defRPr sz="2200"/>
            </a:pPr>
            <a:r>
              <a:t>Bytecode runs on the JVM (Java Virtual Machine).</a:t>
            </a:r>
          </a:p>
          <a:p>
            <a:pPr>
              <a:spcAft>
                <a:spcPts val="1400"/>
              </a:spcAft>
              <a:defRPr sz="2200"/>
            </a:pPr>
            <a:r>
              <a:t>The JVM handles memory, array-bounds checks, garbage collection.</a:t>
            </a:r>
          </a:p>
          <a:p>
            <a:pPr>
              <a:spcAft>
                <a:spcPts val="1400"/>
              </a:spcAft>
              <a:defRPr sz="2200"/>
            </a:pPr>
            <a:r>
              <a:t>Java is deliberately kept away from hardware registers and raw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Why use Java then?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'Write once, run anywhere' - any machine with a JVM runs it.</a:t>
            </a:r>
          </a:p>
          <a:p>
            <a:pPr>
              <a:spcAft>
                <a:spcPts val="1400"/>
              </a:spcAft>
              <a:defRPr sz="2200"/>
            </a:pPr>
            <a:r>
              <a:t>Memory safety: fewer crashes, no manual memory management.</a:t>
            </a:r>
          </a:p>
          <a:p>
            <a:pPr>
              <a:spcAft>
                <a:spcPts val="1400"/>
              </a:spcAft>
              <a:defRPr sz="2200"/>
            </a:pPr>
            <a:r>
              <a:t>Great fit: backends, Android apps, enterprise systems.</a:t>
            </a:r>
          </a:p>
          <a:p>
            <a:pPr>
              <a:spcAft>
                <a:spcPts val="1400"/>
              </a:spcAft>
              <a:defRPr sz="2200"/>
            </a:pPr>
            <a:r>
              <a:t>The price: slower startup, more memory, no direct hardware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What actually touches hardware?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Machine code / assembly - what the CPU executes. Nobody writes drivers here by hand.</a:t>
            </a:r>
          </a:p>
          <a:p>
            <a:pPr>
              <a:spcAft>
                <a:spcPts val="1400"/>
              </a:spcAft>
              <a:defRPr sz="2200"/>
            </a:pPr>
            <a:r>
              <a:t>C - the driver/OS language. Manual memory, pointers to hardware registers. Windows/Linux kernels + almost all drivers.</a:t>
            </a:r>
          </a:p>
          <a:p>
            <a:pPr>
              <a:spcAft>
                <a:spcPts val="1400"/>
              </a:spcAft>
              <a:defRPr sz="2200"/>
            </a:pPr>
            <a:r>
              <a:t>C++ - C plus classes/templates. Drivers, game engines, browsers.</a:t>
            </a:r>
          </a:p>
          <a:p>
            <a:pPr>
              <a:spcAft>
                <a:spcPts val="1400"/>
              </a:spcAft>
              <a:defRPr sz="2200"/>
            </a:pPr>
            <a:r>
              <a:t>Rust - C++-level control, but the compiler rejects memory bugs. Now accepted in Windows + Linux kernels.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Other languages, how they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Managed: C# (.NET runtime, like a JVM) - Go (native binary + garbage collector; servers/cloud).</a:t>
            </a:r>
          </a:p>
          <a:p>
            <a:pPr>
              <a:spcAft>
                <a:spcPts val="1400"/>
              </a:spcAft>
              <a:defRPr sz="2200"/>
            </a:pPr>
            <a:r>
              <a:t>JIT / bytecode: Kotlin (JVM) - JavaScript/TypeScript (V8 JITs to machine code in browser/Node).</a:t>
            </a:r>
          </a:p>
          <a:p>
            <a:pPr>
              <a:spcAft>
                <a:spcPts val="1400"/>
              </a:spcAft>
              <a:defRPr sz="2200"/>
            </a:pPr>
            <a:r>
              <a:t>Scripting: Python, Ruby - interpreted line by line. Easy to write, ~10-50x slower; heavy lifting delegated to C extensions (NumPy).</a:t>
            </a:r>
          </a:p>
          <a:p>
            <a:pPr>
              <a:spcAft>
                <a:spcPts val="1400"/>
              </a:spcAft>
              <a:defRPr sz="2200"/>
            </a:pPr>
            <a:r>
              <a:t>Niche: Haskell, Erlang/Elixir (massive concurrency) - Swift (Apple apps) - SQL (declarative queries, not general-purpose).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Rule of thumb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Close to hardware = C / C++ / Rust: fast, dangerous, manual memory.</a:t>
            </a:r>
          </a:p>
          <a:p>
            <a:pPr>
              <a:spcAft>
                <a:spcPts val="1400"/>
              </a:spcAft>
              <a:defRPr sz="2200"/>
            </a:pPr>
            <a:r>
              <a:t>Far from hardware = Java / C# / Go / Python / JS: safe, portable, runtime-managed.</a:t>
            </a:r>
          </a:p>
          <a:p>
            <a:pPr>
              <a:spcAft>
                <a:spcPts val="1400"/>
              </a:spcAft>
              <a:defRPr sz="2200"/>
            </a:pPr>
            <a:r>
              <a:t>Drivers live at the bottom layer - so C, C++, and increasingly Rust. Never Java.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